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61" r:id="rId3"/>
    <p:sldId id="259" r:id="rId4"/>
    <p:sldId id="26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02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61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16F36-CB5F-4736-B2BD-6D7E4E2054A4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5F8F9-73C4-439A-9CD1-2005BA5EC9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56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4A396-9D2C-4D30-966F-1268E4C76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751CB9-B8F3-44E3-B46C-A4EC8F73F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51404E-7013-4BF0-8DCD-23B1B4E9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EF1D73-698D-427E-A019-4057D54A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6C9492-6E97-4E99-BC24-5664B1C4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671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C016D-A8EA-44D1-B89D-125AD056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44BC6-4326-4EC9-B5DF-F818A0884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21C22C-5C44-4C05-8DE5-2A24E0D1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5B4414-B7DC-4337-8041-FDDEC433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108279-69A4-4115-9912-A6C0627F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52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C8F7E-592E-43E9-9699-19656BBF9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B41C03-95BF-4EA7-A6CD-45EEECB6C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6AD9B0-DAD6-4F73-9184-CD011AED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17D481-6500-4A04-860B-E9B33DF3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749BD-CE78-4611-BCD1-64AA554B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82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88B83-8B5F-4897-B945-C8426DB9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FD3D83-439E-4F2E-8F3D-C24DF0496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E6862E-6E1B-4C43-8C16-1E8111CA4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F16510-BF89-46DE-9A15-E9F06607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45B528-C86D-4BC9-94FF-02C215C9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39CCA3-F3BB-4898-BF2E-2867E7D4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203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5F211-D234-4949-AC81-36FAD3967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066BC-CDB6-4E19-ACBD-7D4526C6B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5324D0-A186-49FC-AE3D-C0688B77F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6EFA4B-CB1F-4988-83FA-77268B25A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CA3A0D-995D-428A-9EED-7888F81D3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5B68C72-0EAD-4400-AC6F-EB1A164C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22A14E-E11E-41CE-ACD8-E0AF28227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5A9B42-D41F-4B40-9B7B-53B1539E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85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A2E2C-17C7-42BE-8B37-778968AA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2D7989-01CE-4D27-8800-6E68EBE2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87E197-EDAC-455A-A1CF-4D540CEE8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87877-604D-451E-B941-90A1B40A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F14216-9F39-4BB0-A2EE-A4ED19F3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413C74-D3EF-4F78-AF0A-0ECB44C46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CFCAC9-2139-4426-BEFC-37F5DD41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868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83E0C-83F9-4DFE-9B41-CC54B811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A1756A-0E76-4B2A-893D-3758334F4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5CB3FE-EB4E-4206-846A-FFBC3A347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93ABF-7A43-48C0-84EE-547A139BB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C45AD-23E7-41CB-B433-1993760A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5689C8-8B83-4A37-BF53-3C725DD1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57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E55D0-A725-444C-9150-218E77E9B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A33376-F632-4E72-A9B9-57C553B27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70C8F-B245-49F8-A34F-83DFCF4E1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6FF6C0-8EEC-4994-912D-0F412C9C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1659F5-1772-4D9C-B8FA-2D1FD08D7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556D50-95AC-455B-B573-A1BB0E59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832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63820-3525-40DF-9302-21F9AF8B9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4075B-68E0-43A1-9836-66C973D1D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C14704-85F0-459D-BEB9-B8C3FAB1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9302A-1A36-41CD-B81B-D4348942D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F61303-5553-42D8-9EC1-14815B27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831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8E2803-7C3E-4E43-98AA-6D62909D5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C631DD-4003-4F7B-A74A-A48B98A2B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9A16B9-BC10-4747-A3F2-3D8225E9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C2ABA7-6270-43A4-83ED-5B98EB61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16A48A-A84D-4D1C-AC07-F94C12C0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37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6560BA-53A5-4A5F-8D3B-6ABC6E2A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0EDD92-04D1-47FD-BABE-2F582396D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C7D3BA-DDC8-429C-999F-9DA6BD4DE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AF67D-0929-4FDD-A946-D55ED46D713D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A3151C-3620-4240-BD8C-A34B3AB84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A10F62-83AB-420E-AA4F-84172EBB3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D9FEF-CD24-4765-9EA4-889E29D85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701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602E5FD-143C-45B8-AE67-7C04EA22BCB9}"/>
              </a:ext>
            </a:extLst>
          </p:cNvPr>
          <p:cNvSpPr txBox="1"/>
          <p:nvPr/>
        </p:nvSpPr>
        <p:spPr>
          <a:xfrm>
            <a:off x="1179012" y="1939757"/>
            <a:ext cx="22878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E1C71F-2A48-4D14-BD12-255E724DFB53}"/>
              </a:ext>
            </a:extLst>
          </p:cNvPr>
          <p:cNvSpPr txBox="1"/>
          <p:nvPr/>
        </p:nvSpPr>
        <p:spPr>
          <a:xfrm>
            <a:off x="1235165" y="2879916"/>
            <a:ext cx="2287806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8123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56F83D7-1065-4B90-99BF-7FF4BCB8B045}"/>
              </a:ext>
            </a:extLst>
          </p:cNvPr>
          <p:cNvGrpSpPr/>
          <p:nvPr/>
        </p:nvGrpSpPr>
        <p:grpSpPr>
          <a:xfrm>
            <a:off x="5157696" y="1818830"/>
            <a:ext cx="4483260" cy="2769071"/>
            <a:chOff x="7422109" y="3690364"/>
            <a:chExt cx="972161" cy="138511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4AF33CA-495D-4E8A-9F20-03D3A4179331}"/>
                </a:ext>
              </a:extLst>
            </p:cNvPr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/>
                </a:rPr>
                <a:t>Part 1 XXXX</a:t>
              </a:r>
              <a:endParaRPr lang="zh-CN" altLang="en-US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8402181-2BF9-4F33-93BD-E4BF7AD5116F}"/>
                </a:ext>
              </a:extLst>
            </p:cNvPr>
            <p:cNvSpPr/>
            <p:nvPr/>
          </p:nvSpPr>
          <p:spPr>
            <a:xfrm>
              <a:off x="7422109" y="4265654"/>
              <a:ext cx="972161" cy="29602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/>
                  <a:cs typeface="+mn-cs"/>
                </a:rPr>
                <a:t>Part 2 XXXX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602012B-A5B5-4EE8-9ED3-C822ED9D9F0D}"/>
                </a:ext>
              </a:extLst>
            </p:cNvPr>
            <p:cNvSpPr/>
            <p:nvPr/>
          </p:nvSpPr>
          <p:spPr>
            <a:xfrm>
              <a:off x="7422109" y="4781599"/>
              <a:ext cx="972161" cy="29387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Part 3 XXXX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cxnSp>
        <p:nvCxnSpPr>
          <p:cNvPr id="8" name="í$ľidè">
            <a:extLst>
              <a:ext uri="{FF2B5EF4-FFF2-40B4-BE49-F238E27FC236}">
                <a16:creationId xmlns:a16="http://schemas.microsoft.com/office/drawing/2014/main" id="{77C6946F-C2D2-4F87-BDF6-2155ED1850CA}"/>
              </a:ext>
            </a:extLst>
          </p:cNvPr>
          <p:cNvCxnSpPr/>
          <p:nvPr/>
        </p:nvCxn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C2CCBC93-0698-4C30-B994-63E0B6539FC5}"/>
              </a:ext>
            </a:extLst>
          </p:cNvPr>
          <p:cNvSpPr/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  <a:sym typeface="微软雅黑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727614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副标题 1">
            <a:extLst>
              <a:ext uri="{FF2B5EF4-FFF2-40B4-BE49-F238E27FC236}">
                <a16:creationId xmlns:a16="http://schemas.microsoft.com/office/drawing/2014/main" id="{7C196B0C-29F7-473D-BF3A-BEAA13F42F5D}"/>
              </a:ext>
            </a:extLst>
          </p:cNvPr>
          <p:cNvSpPr txBox="1"/>
          <p:nvPr/>
        </p:nvSpPr>
        <p:spPr>
          <a:xfrm>
            <a:off x="634612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标题模板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</a:t>
            </a:r>
            <a:endParaRPr lang="zh-CN" altLang="en-US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93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2E50D95-5668-48EF-B2AA-23E8DD154386}"/>
              </a:ext>
            </a:extLst>
          </p:cNvPr>
          <p:cNvSpPr txBox="1"/>
          <p:nvPr/>
        </p:nvSpPr>
        <p:spPr>
          <a:xfrm>
            <a:off x="874644" y="1208599"/>
            <a:ext cx="3608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Arial" panose="02080604020202020204" pitchFamily="34" charset="0"/>
                <a:cs typeface="Arial" panose="02080604020202020204" pitchFamily="34" charset="0"/>
              </a:rPr>
              <a:t>Thank you.</a:t>
            </a:r>
            <a:endParaRPr lang="zh-CN" altLang="en-US" sz="54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644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13176</TotalTime>
  <Words>22</Words>
  <Application>Microsoft Office PowerPoint</Application>
  <PresentationFormat>宽屏</PresentationFormat>
  <Paragraphs>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zongzesheng</dc:creator>
  <cp:lastModifiedBy>zongzesheng</cp:lastModifiedBy>
  <cp:revision>29</cp:revision>
  <dcterms:created xsi:type="dcterms:W3CDTF">2026-01-29T06:44:16Z</dcterms:created>
  <dcterms:modified xsi:type="dcterms:W3CDTF">2026-03-02T08:15:07Z</dcterms:modified>
</cp:coreProperties>
</file>